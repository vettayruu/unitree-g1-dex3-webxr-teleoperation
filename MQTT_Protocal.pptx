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4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A762C8-CECE-6F85-3061-90DE01ECF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3977FE-4D9C-78FE-957A-064F94DC9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C3C12D-458C-D057-3107-F65EA110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D4749C-1270-A532-A8DC-4E5AD191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625684-CBFC-206E-AF79-50E27044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163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F913AC-A32D-DA70-4E72-42952C4D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12E345-0382-456B-D187-675197AB8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82A43-5F0D-9812-ECD1-CAD5182D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A0D09A-239E-1AFD-8347-FCC6F7AC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D24BA0-4F29-BE2D-EFDE-488F147B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880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220C2-A1C7-794D-796D-0948B5356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2862AA-DB6D-AFD8-5631-9671FB0BA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C2769B-0C5E-B26A-D6E9-668C50AA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ED3788-6FAB-53E9-55F5-C9BC5D08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DD7D58-7579-1B2E-CC92-2069CB97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34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BA87F8-58E3-54FD-455D-32CEF7BC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97D286-5C53-2BAC-1309-158F6B0F4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5780BE-EDF8-76C7-C928-50C9C4923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C7B29C-6627-9B77-59D4-B153FCC9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72AE82-E3B5-5E65-4886-51477AD0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AA24D3-4814-A6F9-EE5C-1B01F72A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68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ADED30-14AC-0A5B-23F8-36FA7FFA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BD84B6-B6C6-5D38-37E6-6A2DE3B68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36E859-C46D-0F81-07C7-AB1202D7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0EF3596-B7AD-9B32-8728-1B45FDB1C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FFF219C-17A5-3BEE-C1B5-D22F1F38E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8EE2233-16EA-E46F-2351-076F6F695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B0A2D94-490F-30B4-BF99-DFEA80CC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CF41F0D-2067-D9ED-F66D-5535D93F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81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88EDD-F61B-A485-009A-14DE7B8A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D030B2-4311-5731-D5A8-559D8C50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8E5752-25DA-4798-48B9-515ED19A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FEB864-85CB-6EDD-6992-271E8B22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14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100A844-0BF1-F62F-ACCD-72DF4467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A9FB2B4-C7A1-A436-8723-91C07002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3A9850-3B2C-22A9-DD6F-1F9250EF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527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0567E-53A5-AA2E-1415-793B324D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2DFEDB-022B-D31D-0923-B0BE20EF1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A6DB6B-B0C2-FF77-E0FB-3FAA05421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F20A47-2D03-FEF1-0144-BAD129189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EB5699-9CDB-3BB8-02D7-F6BEEFD3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86DE71-82A8-54C2-F759-14419122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796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ADEDE9-BA1E-C5EB-EDBD-A7FAE44AE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3C21BF-0CC2-C1BE-09AD-89DE25C6C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952E99-0360-54EB-0B8B-4FF6AE137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165CCA-C589-723F-D470-7507183F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061BE5-1EA3-AE12-34FC-66D1422E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8C2406-BD44-2759-4015-170A5167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388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0AC5F-63FD-DF0A-BA37-4A6294D3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80F1E5-583D-8A63-A262-C84A67125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3FD1D9-C844-E794-0B3B-AE0D2AD0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A4723D-1D8E-5958-A9E1-4CF69638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D6F3CE-84B0-D528-732E-7FD48843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5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9792A2-8837-FFC2-7525-11F8A7F49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6EEBF5-3FA3-F84B-ED0D-D8E67FB0E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6A6C70-9A45-04E0-A1C9-1B96B45F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D62B86-B9A5-1B88-6A7A-91B8D31D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FD2005-5AFF-8985-7B34-20C5ED83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811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710876-5AC8-5357-B811-E91C28CA3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FCAD98-A5DA-38BE-BA8C-B43690E93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D53E8-A4AB-4CF2-51A8-1C62E06C5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26F40-1485-42E0-AC0E-5FD60E3E9290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275D77-57D1-7E9D-58F4-715073213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689892-7F9F-6976-8B4A-C04663E4A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C6624-1CAD-432C-8682-499FECA13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0469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EE33F42-27F8-FE40-C15F-079EDA96C647}"/>
              </a:ext>
            </a:extLst>
          </p:cNvPr>
          <p:cNvSpPr/>
          <p:nvPr/>
        </p:nvSpPr>
        <p:spPr>
          <a:xfrm>
            <a:off x="749719" y="342958"/>
            <a:ext cx="1113748" cy="6103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 Manager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5D66BF6-FC5E-372A-09B3-B12E9EED1C1A}"/>
              </a:ext>
            </a:extLst>
          </p:cNvPr>
          <p:cNvCxnSpPr>
            <a:cxnSpLocks/>
            <a:stCxn id="4" idx="2"/>
            <a:endCxn id="81" idx="0"/>
          </p:cNvCxnSpPr>
          <p:nvPr/>
        </p:nvCxnSpPr>
        <p:spPr>
          <a:xfrm>
            <a:off x="1306593" y="953286"/>
            <a:ext cx="0" cy="484129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1379ED5-5424-7E83-BAE4-33C399458B46}"/>
              </a:ext>
            </a:extLst>
          </p:cNvPr>
          <p:cNvSpPr txBox="1"/>
          <p:nvPr/>
        </p:nvSpPr>
        <p:spPr>
          <a:xfrm>
            <a:off x="5510308" y="550374"/>
            <a:ext cx="955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Quest1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30D0521-7425-1261-6260-39C13D0CEF23}"/>
              </a:ext>
            </a:extLst>
          </p:cNvPr>
          <p:cNvSpPr txBox="1"/>
          <p:nvPr/>
        </p:nvSpPr>
        <p:spPr>
          <a:xfrm>
            <a:off x="5510307" y="5917834"/>
            <a:ext cx="955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Quest1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DF389D1-D07C-312C-E17C-D80852663AF7}"/>
              </a:ext>
            </a:extLst>
          </p:cNvPr>
          <p:cNvCxnSpPr>
            <a:cxnSpLocks/>
          </p:cNvCxnSpPr>
          <p:nvPr/>
        </p:nvCxnSpPr>
        <p:spPr>
          <a:xfrm>
            <a:off x="8600850" y="1083413"/>
            <a:ext cx="0" cy="4659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3">
            <a:extLst>
              <a:ext uri="{FF2B5EF4-FFF2-40B4-BE49-F238E27FC236}">
                <a16:creationId xmlns:a16="http://schemas.microsoft.com/office/drawing/2014/main" id="{785C4C3A-23C1-27D6-E0F2-E9B9EEF0FF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362" y="342958"/>
            <a:ext cx="742668" cy="778247"/>
          </a:xfrm>
          <a:prstGeom prst="rect">
            <a:avLst/>
          </a:prstGeom>
        </p:spPr>
      </p:pic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62F632F-A49F-BD79-015B-FE581A034845}"/>
              </a:ext>
            </a:extLst>
          </p:cNvPr>
          <p:cNvCxnSpPr>
            <a:cxnSpLocks/>
          </p:cNvCxnSpPr>
          <p:nvPr/>
        </p:nvCxnSpPr>
        <p:spPr>
          <a:xfrm>
            <a:off x="10387916" y="1196087"/>
            <a:ext cx="31353" cy="419930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154D914-897F-2FC2-FBD4-15AF46E157FB}"/>
              </a:ext>
            </a:extLst>
          </p:cNvPr>
          <p:cNvSpPr txBox="1"/>
          <p:nvPr/>
        </p:nvSpPr>
        <p:spPr>
          <a:xfrm>
            <a:off x="10874569" y="663769"/>
            <a:ext cx="955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Robot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4F6406D-454E-F82F-2DC0-DF82090A0A1F}"/>
              </a:ext>
            </a:extLst>
          </p:cNvPr>
          <p:cNvSpPr txBox="1"/>
          <p:nvPr/>
        </p:nvSpPr>
        <p:spPr>
          <a:xfrm>
            <a:off x="10874569" y="5917834"/>
            <a:ext cx="955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Robot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9E97A25-A594-977C-BBD8-949B35E840B6}"/>
              </a:ext>
            </a:extLst>
          </p:cNvPr>
          <p:cNvCxnSpPr>
            <a:cxnSpLocks/>
            <a:stCxn id="8" idx="2"/>
            <a:endCxn id="91" idx="0"/>
          </p:cNvCxnSpPr>
          <p:nvPr/>
        </p:nvCxnSpPr>
        <p:spPr>
          <a:xfrm>
            <a:off x="5129452" y="1049084"/>
            <a:ext cx="7395" cy="45732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23F6EC2B-C6E4-E0FD-EE17-08982EC88532}"/>
              </a:ext>
            </a:extLst>
          </p:cNvPr>
          <p:cNvCxnSpPr>
            <a:cxnSpLocks/>
          </p:cNvCxnSpPr>
          <p:nvPr/>
        </p:nvCxnSpPr>
        <p:spPr>
          <a:xfrm flipH="1">
            <a:off x="1306593" y="1603450"/>
            <a:ext cx="72942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0DDB0AC-CC14-F594-5190-EA7682453D1F}"/>
              </a:ext>
            </a:extLst>
          </p:cNvPr>
          <p:cNvSpPr txBox="1"/>
          <p:nvPr/>
        </p:nvSpPr>
        <p:spPr>
          <a:xfrm>
            <a:off x="1312272" y="1288814"/>
            <a:ext cx="6700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/register (UUID/Robot Info) {“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devTypr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“robot”, “type”: “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robotTypeA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”, “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devId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robot-id}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F185EB3-98B8-0BE4-5A3E-AEF5789F3F20}"/>
              </a:ext>
            </a:extLst>
          </p:cNvPr>
          <p:cNvCxnSpPr>
            <a:cxnSpLocks/>
          </p:cNvCxnSpPr>
          <p:nvPr/>
        </p:nvCxnSpPr>
        <p:spPr>
          <a:xfrm flipH="1">
            <a:off x="1306593" y="2037537"/>
            <a:ext cx="38302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06CFED7-D69B-5D7F-DCC7-B52299458754}"/>
              </a:ext>
            </a:extLst>
          </p:cNvPr>
          <p:cNvSpPr txBox="1"/>
          <p:nvPr/>
        </p:nvSpPr>
        <p:spPr>
          <a:xfrm>
            <a:off x="1312272" y="1733577"/>
            <a:ext cx="63496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/register (UUID) 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{“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devTypr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broswer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”, “type”: 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robotTypeA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”, 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devId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q1-id}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9A5EEE1A-42DA-D8A0-7021-F44FD8FCD244}"/>
              </a:ext>
            </a:extLst>
          </p:cNvPr>
          <p:cNvCxnSpPr>
            <a:cxnSpLocks/>
          </p:cNvCxnSpPr>
          <p:nvPr/>
        </p:nvCxnSpPr>
        <p:spPr>
          <a:xfrm flipH="1">
            <a:off x="1306593" y="2763237"/>
            <a:ext cx="381138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5E4D3EBC-C712-4FCA-9A67-3FB030874B1C}"/>
              </a:ext>
            </a:extLst>
          </p:cNvPr>
          <p:cNvSpPr txBox="1"/>
          <p:nvPr/>
        </p:nvSpPr>
        <p:spPr>
          <a:xfrm>
            <a:off x="1312272" y="2459277"/>
            <a:ext cx="34720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/request {“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devId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q1-id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 “type”: 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robotTypeA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497584B0-85BF-BFA4-05E4-FE9B0CEE8152}"/>
              </a:ext>
            </a:extLst>
          </p:cNvPr>
          <p:cNvCxnSpPr>
            <a:cxnSpLocks/>
          </p:cNvCxnSpPr>
          <p:nvPr/>
        </p:nvCxnSpPr>
        <p:spPr>
          <a:xfrm flipH="1">
            <a:off x="1306593" y="3255679"/>
            <a:ext cx="3830253" cy="0"/>
          </a:xfrm>
          <a:prstGeom prst="straightConnector1">
            <a:avLst/>
          </a:prstGeom>
          <a:ln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DB5359B-1651-3DDC-B2C7-8BE4A31E3552}"/>
              </a:ext>
            </a:extLst>
          </p:cNvPr>
          <p:cNvSpPr txBox="1"/>
          <p:nvPr/>
        </p:nvSpPr>
        <p:spPr>
          <a:xfrm>
            <a:off x="1312272" y="2968350"/>
            <a:ext cx="3230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dev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/q1-id {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“type”: 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robotTypeA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”, 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devId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q1-id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495622C5-498E-CFE4-0B09-248B39B72BE0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1306593" y="5326054"/>
            <a:ext cx="38302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EC8D798-011F-D3C2-FBDA-6BA3E8D35B15}"/>
              </a:ext>
            </a:extLst>
          </p:cNvPr>
          <p:cNvSpPr txBox="1"/>
          <p:nvPr/>
        </p:nvSpPr>
        <p:spPr>
          <a:xfrm>
            <a:off x="1300915" y="5038724"/>
            <a:ext cx="2312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 {“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devId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q1-id 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E847CE6-0A6A-DAD0-F2A2-BC89330AA495}"/>
              </a:ext>
            </a:extLst>
          </p:cNvPr>
          <p:cNvSpPr txBox="1"/>
          <p:nvPr/>
        </p:nvSpPr>
        <p:spPr>
          <a:xfrm>
            <a:off x="358691" y="1321763"/>
            <a:ext cx="893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Robot Register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C687C7A-8DBE-1EBD-9E63-5F14F4605D6D}"/>
              </a:ext>
            </a:extLst>
          </p:cNvPr>
          <p:cNvSpPr txBox="1"/>
          <p:nvPr/>
        </p:nvSpPr>
        <p:spPr>
          <a:xfrm>
            <a:off x="358691" y="1775556"/>
            <a:ext cx="893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User Register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91BFF21-AA2A-2570-0F4F-CC15D0804230}"/>
              </a:ext>
            </a:extLst>
          </p:cNvPr>
          <p:cNvSpPr txBox="1"/>
          <p:nvPr/>
        </p:nvSpPr>
        <p:spPr>
          <a:xfrm>
            <a:off x="358691" y="2490098"/>
            <a:ext cx="893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</a:p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Robot 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F3FF9E1-2120-549F-E96E-22397DC2ECD0}"/>
              </a:ext>
            </a:extLst>
          </p:cNvPr>
          <p:cNvSpPr txBox="1"/>
          <p:nvPr/>
        </p:nvSpPr>
        <p:spPr>
          <a:xfrm>
            <a:off x="358691" y="2955244"/>
            <a:ext cx="893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</a:p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Permission 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8F6DEB1-1830-5521-C32B-906AAAFC8085}"/>
              </a:ext>
            </a:extLst>
          </p:cNvPr>
          <p:cNvSpPr txBox="1"/>
          <p:nvPr/>
        </p:nvSpPr>
        <p:spPr>
          <a:xfrm>
            <a:off x="413534" y="5110610"/>
            <a:ext cx="893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User Unregister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02092B27-D3B4-7680-FA88-44C5FE4BB75A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5109227" y="4713212"/>
            <a:ext cx="3491622" cy="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9406CF5-B141-AD43-7590-2E24FB8193F5}"/>
              </a:ext>
            </a:extLst>
          </p:cNvPr>
          <p:cNvSpPr txBox="1"/>
          <p:nvPr/>
        </p:nvSpPr>
        <p:spPr>
          <a:xfrm>
            <a:off x="5916131" y="4440531"/>
            <a:ext cx="1880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robot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-id {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cltr_msg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E02E28BA-7002-CC8E-18F7-DDE119832022}"/>
              </a:ext>
            </a:extLst>
          </p:cNvPr>
          <p:cNvCxnSpPr>
            <a:cxnSpLocks/>
          </p:cNvCxnSpPr>
          <p:nvPr/>
        </p:nvCxnSpPr>
        <p:spPr>
          <a:xfrm flipH="1" flipV="1">
            <a:off x="5136846" y="4220770"/>
            <a:ext cx="3464003" cy="4319"/>
          </a:xfrm>
          <a:prstGeom prst="straightConnector1">
            <a:avLst/>
          </a:prstGeom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ACB7B6F-F974-E756-359F-818665A1CB52}"/>
              </a:ext>
            </a:extLst>
          </p:cNvPr>
          <p:cNvSpPr txBox="1"/>
          <p:nvPr/>
        </p:nvSpPr>
        <p:spPr>
          <a:xfrm>
            <a:off x="5644732" y="3939401"/>
            <a:ext cx="2423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robot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1"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robot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-id {</a:t>
            </a:r>
            <a:r>
              <a:rPr kumimoji="1"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robot_state_msg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3C00ACE-6380-8AF8-3088-18FC0FB5B58F}"/>
              </a:ext>
            </a:extLst>
          </p:cNvPr>
          <p:cNvSpPr txBox="1"/>
          <p:nvPr/>
        </p:nvSpPr>
        <p:spPr>
          <a:xfrm>
            <a:off x="4216168" y="4497768"/>
            <a:ext cx="893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Robot </a:t>
            </a:r>
          </a:p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43A03C4-A0EA-043F-07F2-6F9FAA178E2E}"/>
              </a:ext>
            </a:extLst>
          </p:cNvPr>
          <p:cNvSpPr txBox="1"/>
          <p:nvPr/>
        </p:nvSpPr>
        <p:spPr>
          <a:xfrm>
            <a:off x="4216168" y="4001055"/>
            <a:ext cx="893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Robot </a:t>
            </a:r>
          </a:p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08440143-0D81-081D-46B6-C18C4C1AB174}"/>
              </a:ext>
            </a:extLst>
          </p:cNvPr>
          <p:cNvCxnSpPr>
            <a:cxnSpLocks/>
          </p:cNvCxnSpPr>
          <p:nvPr/>
        </p:nvCxnSpPr>
        <p:spPr>
          <a:xfrm flipH="1">
            <a:off x="8600850" y="4710843"/>
            <a:ext cx="1816361" cy="0"/>
          </a:xfrm>
          <a:prstGeom prst="straightConnector1">
            <a:avLst/>
          </a:prstGeom>
          <a:ln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47C55BA8-71B4-4100-847A-591B6340CE1F}"/>
              </a:ext>
            </a:extLst>
          </p:cNvPr>
          <p:cNvSpPr txBox="1"/>
          <p:nvPr/>
        </p:nvSpPr>
        <p:spPr>
          <a:xfrm>
            <a:off x="10237254" y="4876149"/>
            <a:ext cx="175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Communication by</a:t>
            </a:r>
          </a:p>
          <a:p>
            <a:pPr algn="ctr"/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hared memory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1FAFF04C-18CC-7E01-415A-10AA9C0F6158}"/>
              </a:ext>
            </a:extLst>
          </p:cNvPr>
          <p:cNvCxnSpPr>
            <a:cxnSpLocks/>
          </p:cNvCxnSpPr>
          <p:nvPr/>
        </p:nvCxnSpPr>
        <p:spPr>
          <a:xfrm flipH="1">
            <a:off x="8600850" y="4231383"/>
            <a:ext cx="1796749" cy="0"/>
          </a:xfrm>
          <a:prstGeom prst="straightConnector1">
            <a:avLst/>
          </a:prstGeom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32CE9343-46F9-19E7-F1E7-43A7EDD3A926}"/>
              </a:ext>
            </a:extLst>
          </p:cNvPr>
          <p:cNvSpPr txBox="1"/>
          <p:nvPr/>
        </p:nvSpPr>
        <p:spPr>
          <a:xfrm>
            <a:off x="8635766" y="3912506"/>
            <a:ext cx="17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shared memories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EB675C-913E-7A4B-AD36-CBBB1A6988C9}"/>
              </a:ext>
            </a:extLst>
          </p:cNvPr>
          <p:cNvSpPr txBox="1"/>
          <p:nvPr/>
        </p:nvSpPr>
        <p:spPr>
          <a:xfrm>
            <a:off x="8635766" y="4431942"/>
            <a:ext cx="17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shared memories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047376A3-04E4-3C50-FC18-B4E39FE68CE2}"/>
              </a:ext>
            </a:extLst>
          </p:cNvPr>
          <p:cNvSpPr/>
          <p:nvPr/>
        </p:nvSpPr>
        <p:spPr>
          <a:xfrm>
            <a:off x="749719" y="5794585"/>
            <a:ext cx="1113748" cy="6103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 Manager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四角形: 角を丸くする 84">
            <a:extLst>
              <a:ext uri="{FF2B5EF4-FFF2-40B4-BE49-F238E27FC236}">
                <a16:creationId xmlns:a16="http://schemas.microsoft.com/office/drawing/2014/main" id="{752E2606-E4AB-8E5D-78B4-E224D8DC81AC}"/>
              </a:ext>
            </a:extLst>
          </p:cNvPr>
          <p:cNvSpPr/>
          <p:nvPr/>
        </p:nvSpPr>
        <p:spPr>
          <a:xfrm>
            <a:off x="8043976" y="460918"/>
            <a:ext cx="1113748" cy="6103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 Client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四角形: 角を丸くする 85">
            <a:extLst>
              <a:ext uri="{FF2B5EF4-FFF2-40B4-BE49-F238E27FC236}">
                <a16:creationId xmlns:a16="http://schemas.microsoft.com/office/drawing/2014/main" id="{656A3379-92CF-A34C-0AD5-BAAABFD045C6}"/>
              </a:ext>
            </a:extLst>
          </p:cNvPr>
          <p:cNvSpPr/>
          <p:nvPr/>
        </p:nvSpPr>
        <p:spPr>
          <a:xfrm>
            <a:off x="8037532" y="5711612"/>
            <a:ext cx="1113748" cy="6103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 Client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AC2EBE35-1A81-A668-FDEB-6643A3EDC87C}"/>
              </a:ext>
            </a:extLst>
          </p:cNvPr>
          <p:cNvGrpSpPr/>
          <p:nvPr/>
        </p:nvGrpSpPr>
        <p:grpSpPr>
          <a:xfrm>
            <a:off x="4725759" y="241699"/>
            <a:ext cx="814780" cy="6188007"/>
            <a:chOff x="4452740" y="241699"/>
            <a:chExt cx="814780" cy="6188007"/>
          </a:xfrm>
        </p:grpSpPr>
        <p:pic>
          <p:nvPicPr>
            <p:cNvPr id="8" name="図 7" descr="図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3EC3170-14B7-257A-EC47-0F96C5FCB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2740" y="241699"/>
              <a:ext cx="807385" cy="807385"/>
            </a:xfrm>
            <a:prstGeom prst="rect">
              <a:avLst/>
            </a:prstGeom>
          </p:spPr>
        </p:pic>
        <p:pic>
          <p:nvPicPr>
            <p:cNvPr id="91" name="図 90" descr="図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5CE697DB-46F7-348B-58AF-308F3C70B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0135" y="5622321"/>
              <a:ext cx="807385" cy="807385"/>
            </a:xfrm>
            <a:prstGeom prst="rect">
              <a:avLst/>
            </a:prstGeom>
          </p:spPr>
        </p:pic>
      </p:grpSp>
      <p:pic>
        <p:nvPicPr>
          <p:cNvPr id="95" name="图片 3">
            <a:extLst>
              <a:ext uri="{FF2B5EF4-FFF2-40B4-BE49-F238E27FC236}">
                <a16:creationId xmlns:a16="http://schemas.microsoft.com/office/drawing/2014/main" id="{5823F185-65AF-33C4-194F-22851DB721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877" y="5564751"/>
            <a:ext cx="742668" cy="778247"/>
          </a:xfrm>
          <a:prstGeom prst="rect">
            <a:avLst/>
          </a:prstGeom>
        </p:spPr>
      </p:pic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ACA8C2D-C133-5261-C30A-D6788CDD9047}"/>
              </a:ext>
            </a:extLst>
          </p:cNvPr>
          <p:cNvCxnSpPr>
            <a:cxnSpLocks/>
          </p:cNvCxnSpPr>
          <p:nvPr/>
        </p:nvCxnSpPr>
        <p:spPr>
          <a:xfrm flipH="1">
            <a:off x="5136846" y="3715771"/>
            <a:ext cx="3464003" cy="0"/>
          </a:xfrm>
          <a:prstGeom prst="straightConnector1">
            <a:avLst/>
          </a:prstGeom>
          <a:ln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C6E0CA17-8005-D819-ACFC-D92B73AA944D}"/>
              </a:ext>
            </a:extLst>
          </p:cNvPr>
          <p:cNvSpPr txBox="1"/>
          <p:nvPr/>
        </p:nvSpPr>
        <p:spPr>
          <a:xfrm>
            <a:off x="4216168" y="3453023"/>
            <a:ext cx="8930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pPr algn="ctr"/>
            <a:r>
              <a:rPr kumimoji="1"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Info</a:t>
            </a:r>
            <a:endParaRPr kumimoji="1" lang="ja-JP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CDE8DA03-DEE2-5384-FED0-44AF8F09AC4F}"/>
              </a:ext>
            </a:extLst>
          </p:cNvPr>
          <p:cNvSpPr txBox="1"/>
          <p:nvPr/>
        </p:nvSpPr>
        <p:spPr>
          <a:xfrm>
            <a:off x="5193176" y="3426622"/>
            <a:ext cx="3326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dev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/robot-id {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“controller”: “browser”, “</a:t>
            </a:r>
            <a:r>
              <a:rPr lang="en-US" altLang="ja-JP" sz="1100" dirty="0" err="1">
                <a:latin typeface="Arial" panose="020B0604020202020204" pitchFamily="34" charset="0"/>
                <a:cs typeface="Arial" panose="020B0604020202020204" pitchFamily="34" charset="0"/>
              </a:rPr>
              <a:t>devId</a:t>
            </a:r>
            <a:r>
              <a:rPr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”: q1-id</a:t>
            </a:r>
            <a:r>
              <a:rPr kumimoji="1" lang="en-US" altLang="ja-JP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1" lang="ja-JP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四角形: 角を丸くする 131">
            <a:extLst>
              <a:ext uri="{FF2B5EF4-FFF2-40B4-BE49-F238E27FC236}">
                <a16:creationId xmlns:a16="http://schemas.microsoft.com/office/drawing/2014/main" id="{739E39A9-BA15-2FCA-18F0-661108F7DFD0}"/>
              </a:ext>
            </a:extLst>
          </p:cNvPr>
          <p:cNvSpPr/>
          <p:nvPr/>
        </p:nvSpPr>
        <p:spPr>
          <a:xfrm>
            <a:off x="10342240" y="4070206"/>
            <a:ext cx="1476325" cy="778247"/>
          </a:xfrm>
          <a:prstGeom prst="roundRect">
            <a:avLst>
              <a:gd name="adj" fmla="val 948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 </a:t>
            </a: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Low-Level Controller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534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157</Words>
  <Application>Microsoft Office PowerPoint</Application>
  <PresentationFormat>ワイド画面</PresentationFormat>
  <Paragraphs>35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松涛 劉</dc:creator>
  <cp:lastModifiedBy>松涛 劉</cp:lastModifiedBy>
  <cp:revision>3</cp:revision>
  <cp:lastPrinted>2026-03-06T02:41:18Z</cp:lastPrinted>
  <dcterms:created xsi:type="dcterms:W3CDTF">2026-03-06T01:23:06Z</dcterms:created>
  <dcterms:modified xsi:type="dcterms:W3CDTF">2026-03-06T02:44:13Z</dcterms:modified>
</cp:coreProperties>
</file>